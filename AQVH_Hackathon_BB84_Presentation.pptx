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0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BB84 Quantum Key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C8DCFF"/>
                </a:solidFill>
              </a:defRPr>
            </a:pPr>
            <a:r>
              <a:t>Simulator with Eavesdropping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4C8FF"/>
                </a:solidFill>
              </a:defRPr>
            </a:pPr>
            <a:r>
              <a:t>JNTUA AQVH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Classical encryption vulnerable to quantum attacks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Need for quantum-safe key distribution mechanism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Lack of interactive educational tools for QKD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Need to visualize Eve's eavesdropping impact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Difficulty in understanding QBER (Quantum Bit Error Rate)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Interactive BB84 Protocol Simulator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Real-time eavesdropping detection using QBER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Visual comparison: with/without eavesdropper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Impact metrics showing Eve's interference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Adjustable security parameters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Web-based interface using Streamlit + Qiskit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Implementation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407B"/>
                </a:solidFill>
              </a:defRPr>
            </a:pPr>
            <a:r>
              <a:t>Step-by-Step Process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1. Alice generates random bits &amp; bases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2. Alice encodes qubits in quantum states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3. Bob receives and measures with random bases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4. Alice &amp; Bob publicly compare bases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5. Keep only matched-base bits (sifted key)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6. Calculate QBER from error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407B"/>
                </a:solidFill>
              </a:defRPr>
            </a:pPr>
            <a:r>
              <a:t>How We Detect Eve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Eve intercepts ~50% of qubits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Measures in random basis (50% wrong)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Wrong basis = random result = errors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These errors increase QBER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QBER &gt; 11% threshold = DETECTED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QBER ≤ 11% = Secure (no Eve)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Frontend: Streamlit (Python web framework)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Quantum Simulation: Qiskit (IBM quantum toolkit)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Data Processing: NumPy, Pandas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Visualization: Matplotlib, Plotly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Timeline Generation: Real-time bit-by-bit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Error Analysis: QBER computation &amp; threshold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Key Metrics &amp;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407B"/>
                </a:solidFill>
              </a:defRPr>
            </a:pPr>
            <a:r>
              <a:t>Quantum Standards Met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BB84 Protocol (Bennett-Brassard 1984)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QBER Threshold = 11% (standard)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Basis matching (Z/X basis)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Sifted key extraction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Error detection methodology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Quantum state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407B"/>
                </a:solidFill>
              </a:defRPr>
            </a:pPr>
            <a:r>
              <a:t>Hackathon Deliverables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Interactive simulator tool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Real-time eavesdropping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Impact metric (bits lost to Eve)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QBER calculation &amp; display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Performance comparison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✓ Professional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Features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Adjustable simulation parameters (200-1000 bits)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Eve interception probability slider (0-100%)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Quantum noise simulation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Real-time error tracking and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Sifted key comparison (with/without Eve)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Detection status indicator (DETECTED/UNDETECTED)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407B"/>
                </a:solidFill>
              </a:defRPr>
            </a:pPr>
            <a:r>
              <a:t>No Eve Scenario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Sifted Key: ~50% of total bits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Errors: Minimal (quantum noise only)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QBER: ~1% (very low)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Status: 🟢 SECURE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Key Rate: 0.25 (bits per qubit)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407B"/>
                </a:solidFill>
              </a:defRPr>
            </a:pPr>
            <a:r>
              <a:t>With Eve Scenario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Sifted Key: ~50% of total bits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Errors: High (Eve's interference)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QBER: ~12-25% (exceeds threshold)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Status: 🔴 DETECTED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82828"/>
                </a:solidFill>
              </a:defRPr>
            </a:pPr>
            <a:r>
              <a:t>• • Impact: 26 bits lost to Eve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Innovation &amp; Standards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Follows BB84 quantum cryptography standard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Implements QBER security threshold (11%)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Real-time eavesdropping detection algorithm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Error tracking: bit-by-bit timeline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Security metrics: QBER, efficiency, key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✓ Professional code quality &amp;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07B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94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Successfully implemented BB84 quantum simulator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Demonstrates real-world quantum security concepts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Educational tool for understanding QKD protocols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Detects Eve with &gt;99%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Scalable to larger qubit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82828"/>
                </a:solidFill>
              </a:defRPr>
            </a:pPr>
            <a:r>
              <a:t>• Ready for quantum security demonstrations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